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58" r:id="rId4"/>
    <p:sldId id="264" r:id="rId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DCA1"/>
    <a:srgbClr val="00A6D6"/>
    <a:srgbClr val="B3B5C4"/>
    <a:srgbClr val="40433F"/>
    <a:srgbClr val="898D90"/>
    <a:srgbClr val="ADAAB1"/>
    <a:srgbClr val="4C4A4B"/>
    <a:srgbClr val="FFFFFF"/>
    <a:srgbClr val="D0E9EE"/>
    <a:srgbClr val="1D8D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689674-3667-4C05-8271-F9F74B4BE6DC}" v="124" dt="2026-05-04T15:13:14.9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1" d="100"/>
          <a:sy n="111" d="100"/>
        </p:scale>
        <p:origin x="534" y="96"/>
      </p:cViewPr>
      <p:guideLst>
        <p:guide orient="horz" pos="2160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Caspani" userId="7345b5ed-8b71-432a-9bb0-dc2ce0ac91b1" providerId="ADAL" clId="{B76F09E3-2273-4519-9469-188BBF2C42C4}"/>
    <pc:docChg chg="undo custSel modSld">
      <pc:chgData name="Andrea Caspani" userId="7345b5ed-8b71-432a-9bb0-dc2ce0ac91b1" providerId="ADAL" clId="{B76F09E3-2273-4519-9469-188BBF2C42C4}" dt="2026-05-04T15:30:12.451" v="425" actId="478"/>
      <pc:docMkLst>
        <pc:docMk/>
      </pc:docMkLst>
      <pc:sldChg chg="addSp delSp modSp mod">
        <pc:chgData name="Andrea Caspani" userId="7345b5ed-8b71-432a-9bb0-dc2ce0ac91b1" providerId="ADAL" clId="{B76F09E3-2273-4519-9469-188BBF2C42C4}" dt="2026-05-04T15:30:12.451" v="425" actId="478"/>
        <pc:sldMkLst>
          <pc:docMk/>
          <pc:sldMk cId="3775944948" sldId="258"/>
        </pc:sldMkLst>
        <pc:spChg chg="add">
          <ac:chgData name="Andrea Caspani" userId="7345b5ed-8b71-432a-9bb0-dc2ce0ac91b1" providerId="ADAL" clId="{B76F09E3-2273-4519-9469-188BBF2C42C4}" dt="2026-05-04T15:25:40.005" v="363"/>
          <ac:spMkLst>
            <pc:docMk/>
            <pc:sldMk cId="3775944948" sldId="258"/>
            <ac:spMk id="2" creationId="{F2DDDB99-D266-151B-233C-3B0B3DD18F60}"/>
          </ac:spMkLst>
        </pc:spChg>
        <pc:spChg chg="add del mod ord topLvl">
          <ac:chgData name="Andrea Caspani" userId="7345b5ed-8b71-432a-9bb0-dc2ce0ac91b1" providerId="ADAL" clId="{B76F09E3-2273-4519-9469-188BBF2C42C4}" dt="2026-05-04T15:30:06.153" v="404" actId="207"/>
          <ac:spMkLst>
            <pc:docMk/>
            <pc:sldMk cId="3775944948" sldId="258"/>
            <ac:spMk id="4" creationId="{A4B43D83-03A1-8289-E760-4AF948E0C4F9}"/>
          </ac:spMkLst>
        </pc:spChg>
        <pc:spChg chg="add">
          <ac:chgData name="Andrea Caspani" userId="7345b5ed-8b71-432a-9bb0-dc2ce0ac91b1" providerId="ADAL" clId="{B76F09E3-2273-4519-9469-188BBF2C42C4}" dt="2026-05-04T15:12:15.232" v="346"/>
          <ac:spMkLst>
            <pc:docMk/>
            <pc:sldMk cId="3775944948" sldId="258"/>
            <ac:spMk id="5" creationId="{7251C956-C7E4-A6C1-B801-99C5DD74F24E}"/>
          </ac:spMkLst>
        </pc:spChg>
        <pc:spChg chg="add">
          <ac:chgData name="Andrea Caspani" userId="7345b5ed-8b71-432a-9bb0-dc2ce0ac91b1" providerId="ADAL" clId="{B76F09E3-2273-4519-9469-188BBF2C42C4}" dt="2026-05-04T15:25:51.789" v="368"/>
          <ac:spMkLst>
            <pc:docMk/>
            <pc:sldMk cId="3775944948" sldId="258"/>
            <ac:spMk id="6" creationId="{5DAAF77F-78C6-330C-0F7D-D6AB55E9E6F5}"/>
          </ac:spMkLst>
        </pc:spChg>
        <pc:spChg chg="add">
          <ac:chgData name="Andrea Caspani" userId="7345b5ed-8b71-432a-9bb0-dc2ce0ac91b1" providerId="ADAL" clId="{B76F09E3-2273-4519-9469-188BBF2C42C4}" dt="2026-05-04T15:26:09.443" v="376"/>
          <ac:spMkLst>
            <pc:docMk/>
            <pc:sldMk cId="3775944948" sldId="258"/>
            <ac:spMk id="9" creationId="{DCDF0193-18A6-60AF-00C1-4FE412624C58}"/>
          </ac:spMkLst>
        </pc:spChg>
        <pc:spChg chg="add">
          <ac:chgData name="Andrea Caspani" userId="7345b5ed-8b71-432a-9bb0-dc2ce0ac91b1" providerId="ADAL" clId="{B76F09E3-2273-4519-9469-188BBF2C42C4}" dt="2026-05-04T15:26:37.503" v="384"/>
          <ac:spMkLst>
            <pc:docMk/>
            <pc:sldMk cId="3775944948" sldId="258"/>
            <ac:spMk id="12" creationId="{3156743D-369D-CAA0-30A1-9D6B8BC1E595}"/>
          </ac:spMkLst>
        </pc:spChg>
        <pc:grpChg chg="add mod">
          <ac:chgData name="Andrea Caspani" userId="7345b5ed-8b71-432a-9bb0-dc2ce0ac91b1" providerId="ADAL" clId="{B76F09E3-2273-4519-9469-188BBF2C42C4}" dt="2026-05-04T15:13:14.926" v="355" actId="164"/>
          <ac:grpSpMkLst>
            <pc:docMk/>
            <pc:sldMk cId="3775944948" sldId="258"/>
            <ac:grpSpMk id="8" creationId="{B1B4834A-625C-67D6-F219-553AF9283C32}"/>
          </ac:grpSpMkLst>
        </pc:grpChg>
        <pc:grpChg chg="add mod">
          <ac:chgData name="Andrea Caspani" userId="7345b5ed-8b71-432a-9bb0-dc2ce0ac91b1" providerId="ADAL" clId="{B76F09E3-2273-4519-9469-188BBF2C42C4}" dt="2026-05-04T15:30:05.964" v="403" actId="164"/>
          <ac:grpSpMkLst>
            <pc:docMk/>
            <pc:sldMk cId="3775944948" sldId="258"/>
            <ac:grpSpMk id="15" creationId="{119534DB-0983-1A49-1479-FAE8FFFB63DD}"/>
          </ac:grpSpMkLst>
        </pc:grpChg>
        <pc:picChg chg="add del mod">
          <ac:chgData name="Andrea Caspani" userId="7345b5ed-8b71-432a-9bb0-dc2ce0ac91b1" providerId="ADAL" clId="{B76F09E3-2273-4519-9469-188BBF2C42C4}" dt="2026-05-04T15:12:14.491" v="345" actId="478"/>
          <ac:picMkLst>
            <pc:docMk/>
            <pc:sldMk cId="3775944948" sldId="258"/>
            <ac:picMk id="3" creationId="{260867C2-CE73-C30B-6C5B-1D2DAE4F8507}"/>
          </ac:picMkLst>
        </pc:picChg>
        <pc:picChg chg="add del mod">
          <ac:chgData name="Andrea Caspani" userId="7345b5ed-8b71-432a-9bb0-dc2ce0ac91b1" providerId="ADAL" clId="{B76F09E3-2273-4519-9469-188BBF2C42C4}" dt="2026-05-04T15:30:12.451" v="425" actId="478"/>
          <ac:picMkLst>
            <pc:docMk/>
            <pc:sldMk cId="3775944948" sldId="258"/>
            <ac:picMk id="5" creationId="{DAB16ABC-D124-610F-3D8F-2E079B138D6E}"/>
          </ac:picMkLst>
        </pc:picChg>
        <pc:picChg chg="add del mod">
          <ac:chgData name="Andrea Caspani" userId="7345b5ed-8b71-432a-9bb0-dc2ce0ac91b1" providerId="ADAL" clId="{B76F09E3-2273-4519-9469-188BBF2C42C4}" dt="2026-05-04T15:13:17.166" v="362" actId="22"/>
          <ac:picMkLst>
            <pc:docMk/>
            <pc:sldMk cId="3775944948" sldId="258"/>
            <ac:picMk id="7" creationId="{790C36DB-8573-ACEC-3D4D-DC2662F79C6C}"/>
          </ac:picMkLst>
        </pc:picChg>
        <pc:picChg chg="add del mod">
          <ac:chgData name="Andrea Caspani" userId="7345b5ed-8b71-432a-9bb0-dc2ce0ac91b1" providerId="ADAL" clId="{B76F09E3-2273-4519-9469-188BBF2C42C4}" dt="2026-05-04T15:30:11.488" v="423" actId="478"/>
          <ac:picMkLst>
            <pc:docMk/>
            <pc:sldMk cId="3775944948" sldId="258"/>
            <ac:picMk id="8" creationId="{8906A618-DF31-0781-A449-DC573BF539DC}"/>
          </ac:picMkLst>
        </pc:picChg>
        <pc:picChg chg="add del mod">
          <ac:chgData name="Andrea Caspani" userId="7345b5ed-8b71-432a-9bb0-dc2ce0ac91b1" providerId="ADAL" clId="{B76F09E3-2273-4519-9469-188BBF2C42C4}" dt="2026-05-04T15:30:12.051" v="424" actId="478"/>
          <ac:picMkLst>
            <pc:docMk/>
            <pc:sldMk cId="3775944948" sldId="258"/>
            <ac:picMk id="11" creationId="{C6743E33-2016-AD4B-664B-72E4D8FB1582}"/>
          </ac:picMkLst>
        </pc:picChg>
        <pc:picChg chg="add del mod modCrop">
          <ac:chgData name="Andrea Caspani" userId="7345b5ed-8b71-432a-9bb0-dc2ce0ac91b1" providerId="ADAL" clId="{B76F09E3-2273-4519-9469-188BBF2C42C4}" dt="2026-05-04T15:30:09.257" v="420" actId="22"/>
          <ac:picMkLst>
            <pc:docMk/>
            <pc:sldMk cId="3775944948" sldId="258"/>
            <ac:picMk id="14" creationId="{6EE6AEA1-A919-9A5E-B335-DAAF1789E15A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8980DF7-8671-577B-50CF-C59FC1CADF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nl-NL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82D8DA2-502D-0FB3-E39C-31460793EF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nl-NL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7EAAF82-FDCC-7F7C-DFEF-423E610EFC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8EE6-7C35-42AA-BCAB-EACF262A9D8B}" type="datetimeFigureOut">
              <a:rPr lang="nl-NL" smtClean="0"/>
              <a:t>4-5-2026</a:t>
            </a:fld>
            <a:endParaRPr lang="nl-NL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FAF7DA5-C72C-1272-CFAA-908053557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D32DE1C-9099-9F27-9863-C84956BF7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FB9C-9C97-4FB8-AC15-444BF01B5A50}" type="slidenum">
              <a:rPr lang="nl-NL" smtClean="0"/>
              <a:t>‹N›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9646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639C651-9E1E-1467-6001-6D07128D55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nl-NL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2FD76A-E7B2-DB67-C54E-FF6180028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l-NL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ADD07B9-A52B-4DEB-2667-9B145F795F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8EE6-7C35-42AA-BCAB-EACF262A9D8B}" type="datetimeFigureOut">
              <a:rPr lang="nl-NL" smtClean="0"/>
              <a:t>4-5-2026</a:t>
            </a:fld>
            <a:endParaRPr lang="nl-NL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0436CE8-1F24-A0F0-53E6-8E5AC1731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3DE125-0605-455C-0FF3-91759624F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FB9C-9C97-4FB8-AC15-444BF01B5A50}" type="slidenum">
              <a:rPr lang="nl-NL" smtClean="0"/>
              <a:t>‹N›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1971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2CBF2B-2082-F2F9-425E-EDD5DEE9F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nl-NL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FCBAF5B-B7FD-97D6-0A94-5B51440FD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752F6E9-3CD4-B200-91B5-99CCB5EE2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8EE6-7C35-42AA-BCAB-EACF262A9D8B}" type="datetimeFigureOut">
              <a:rPr lang="nl-NL" smtClean="0"/>
              <a:t>4-5-2026</a:t>
            </a:fld>
            <a:endParaRPr lang="nl-NL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0893F86-6D7B-44DE-1F36-B7DCBCDA3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5E1BF23-F0B8-8EF7-AC04-B64057B6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FB9C-9C97-4FB8-AC15-444BF01B5A50}" type="slidenum">
              <a:rPr lang="nl-NL" smtClean="0"/>
              <a:t>‹N›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24849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9B229F1-698D-8F7B-879F-9DDFA32F1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nl-NL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8659DFF-E2BD-4FEF-3D61-3D435C3E2B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l-NL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C85B6B8-7A42-1432-B88E-33EBC441D2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l-NL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1D1838A-229F-DC15-4D49-271E924EB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8EE6-7C35-42AA-BCAB-EACF262A9D8B}" type="datetimeFigureOut">
              <a:rPr lang="nl-NL" smtClean="0"/>
              <a:t>4-5-2026</a:t>
            </a:fld>
            <a:endParaRPr lang="nl-NL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E2CC208-F460-327E-4380-DB188AE72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EE4DCB7-B9FB-5569-72E4-C23F66C65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FB9C-9C97-4FB8-AC15-444BF01B5A50}" type="slidenum">
              <a:rPr lang="nl-NL" smtClean="0"/>
              <a:t>‹N›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42543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5BCC8FF-DC80-804C-B34E-5A53F69FF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nl-NL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704FF0E-E847-EE30-E719-1F7DAC16B5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53C3C909-37A1-8B7A-BE7A-6409A1E17B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l-NL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621AB50C-1668-CEC9-5F78-6F5D990835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D2D6947C-F8DC-6324-4AA6-3487421A77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l-NL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2BB276FD-4473-C7EF-036E-799F8AEE4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8EE6-7C35-42AA-BCAB-EACF262A9D8B}" type="datetimeFigureOut">
              <a:rPr lang="nl-NL" smtClean="0"/>
              <a:t>4-5-2026</a:t>
            </a:fld>
            <a:endParaRPr lang="nl-NL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17BD0C48-3B4C-70A8-98F0-18480FD87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DC7AEEC-B539-0D6C-0365-E537D9B37A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FB9C-9C97-4FB8-AC15-444BF01B5A50}" type="slidenum">
              <a:rPr lang="nl-NL" smtClean="0"/>
              <a:t>‹N›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68741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074772E-4094-2316-411B-3BBCD391E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nl-NL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BF4D547-41A2-FD31-D93C-0E88128B1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8EE6-7C35-42AA-BCAB-EACF262A9D8B}" type="datetimeFigureOut">
              <a:rPr lang="nl-NL" smtClean="0"/>
              <a:t>4-5-2026</a:t>
            </a:fld>
            <a:endParaRPr lang="nl-NL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C9D06EA-860F-6E64-23CB-E436EBD30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A8C2B5C-594E-8A65-643D-85E59DB9C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FB9C-9C97-4FB8-AC15-444BF01B5A50}" type="slidenum">
              <a:rPr lang="nl-NL" smtClean="0"/>
              <a:t>‹N›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59372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6406219B-79D4-E089-5597-A590636F8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8EE6-7C35-42AA-BCAB-EACF262A9D8B}" type="datetimeFigureOut">
              <a:rPr lang="nl-NL" smtClean="0"/>
              <a:t>4-5-2026</a:t>
            </a:fld>
            <a:endParaRPr lang="nl-NL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6E7B7D14-39DA-780B-5EC1-453293E8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FAFE2FB-63E2-E28D-F947-EBC17DAAD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FB9C-9C97-4FB8-AC15-444BF01B5A50}" type="slidenum">
              <a:rPr lang="nl-NL" smtClean="0"/>
              <a:t>‹N›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693493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A11633C-466D-04F4-E0BC-4AE552FA25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nl-NL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4187907-6559-1612-D7A2-EA09D92A9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l-NL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CEDB8210-121A-6F6E-1CB1-F61490C169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2662BB5-CC3B-ED46-3686-15BEEF34CE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8EE6-7C35-42AA-BCAB-EACF262A9D8B}" type="datetimeFigureOut">
              <a:rPr lang="nl-NL" smtClean="0"/>
              <a:t>4-5-2026</a:t>
            </a:fld>
            <a:endParaRPr lang="nl-NL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965947-C681-759B-A722-9A551DE2E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A58C023-6EC0-CD8E-B1A2-A0430E97D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FB9C-9C97-4FB8-AC15-444BF01B5A50}" type="slidenum">
              <a:rPr lang="nl-NL" smtClean="0"/>
              <a:t>‹N›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64337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F44A30F-C559-8DE7-91A0-2D2A47BAA6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nl-NL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9508D78-F696-A1DC-1D73-26DD7DA924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759F6E4-9099-9E34-C0D7-A5AD0F2DB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4361DC9-EC19-A613-26F5-4E60E0E0B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8EE6-7C35-42AA-BCAB-EACF262A9D8B}" type="datetimeFigureOut">
              <a:rPr lang="nl-NL" smtClean="0"/>
              <a:t>4-5-2026</a:t>
            </a:fld>
            <a:endParaRPr lang="nl-NL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73F98108-B5E5-5CEA-415B-CA5609A98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895DDCD-1B79-EDC8-FCD2-343ADF085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FB9C-9C97-4FB8-AC15-444BF01B5A50}" type="slidenum">
              <a:rPr lang="nl-NL" smtClean="0"/>
              <a:t>‹N›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377679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70FCAC-B54D-4331-A4EB-1D0D5149C7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nl-NL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C1E7E386-0A4D-1E1D-2B8C-64F7D09EBC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l-NL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C084C07-F51A-54BC-956F-77D675DEE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8EE6-7C35-42AA-BCAB-EACF262A9D8B}" type="datetimeFigureOut">
              <a:rPr lang="nl-NL" smtClean="0"/>
              <a:t>4-5-2026</a:t>
            </a:fld>
            <a:endParaRPr lang="nl-NL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8D47FF5-86D2-5971-87DD-0AFF6DBDB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3F6AC33-C9A3-0C12-F7CA-1FA50B601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FB9C-9C97-4FB8-AC15-444BF01B5A50}" type="slidenum">
              <a:rPr lang="nl-NL" smtClean="0"/>
              <a:t>‹N›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17442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69890A-6705-ED93-F88B-EEC02DE5D1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nl-NL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892BA60-A895-542D-BC44-92E653DCB1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l-NL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74C45AA3-BD82-9E4E-DE1E-9AD987E95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8EE6-7C35-42AA-BCAB-EACF262A9D8B}" type="datetimeFigureOut">
              <a:rPr lang="nl-NL" smtClean="0"/>
              <a:t>4-5-2026</a:t>
            </a:fld>
            <a:endParaRPr lang="nl-NL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2A576B-53B5-E3D3-DE3E-7425E00FE5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56290B-2C4E-FFE2-DAB3-2F7567A70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95FB9C-9C97-4FB8-AC15-444BF01B5A50}" type="slidenum">
              <a:rPr lang="nl-NL" smtClean="0"/>
              <a:t>‹N›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311281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B7E8475A-AA22-4DEE-A343-619FCD039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nl-NL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F0D1793-24DA-0479-2079-3CFB094671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nl-NL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3F2868F-38F0-45F2-1722-8226001BF0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D78EE6-7C35-42AA-BCAB-EACF262A9D8B}" type="datetimeFigureOut">
              <a:rPr lang="nl-NL" smtClean="0"/>
              <a:t>4-5-2026</a:t>
            </a:fld>
            <a:endParaRPr lang="nl-NL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D977A3D-51BF-7DE5-E457-0D5C0BA208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10852ED-F2A0-48C5-C376-C913DD7E6D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95FB9C-9C97-4FB8-AC15-444BF01B5A50}" type="slidenum">
              <a:rPr lang="nl-NL" smtClean="0"/>
              <a:t>‹N›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418000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magine 8">
            <a:extLst>
              <a:ext uri="{FF2B5EF4-FFF2-40B4-BE49-F238E27FC236}">
                <a16:creationId xmlns:a16="http://schemas.microsoft.com/office/drawing/2014/main" id="{1926EE50-9C11-FA4A-EB5A-76D76DBDD2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670" y="762000"/>
            <a:ext cx="5583082" cy="5334000"/>
          </a:xfrm>
          <a:prstGeom prst="rect">
            <a:avLst/>
          </a:prstGeom>
        </p:spPr>
      </p:pic>
      <p:sp>
        <p:nvSpPr>
          <p:cNvPr id="11" name="Rettangolo 10">
            <a:extLst>
              <a:ext uri="{FF2B5EF4-FFF2-40B4-BE49-F238E27FC236}">
                <a16:creationId xmlns:a16="http://schemas.microsoft.com/office/drawing/2014/main" id="{E3BDE65D-A4D0-18B2-577E-7C2FF09ED955}"/>
              </a:ext>
            </a:extLst>
          </p:cNvPr>
          <p:cNvSpPr/>
          <p:nvPr/>
        </p:nvSpPr>
        <p:spPr>
          <a:xfrm>
            <a:off x="6239250" y="762000"/>
            <a:ext cx="5824800" cy="3600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Picture: 10cm*16.18cm</a:t>
            </a:r>
            <a:endParaRPr lang="nl-NL" dirty="0"/>
          </a:p>
        </p:txBody>
      </p:sp>
      <p:sp>
        <p:nvSpPr>
          <p:cNvPr id="13" name="Rettangolo 12">
            <a:extLst>
              <a:ext uri="{FF2B5EF4-FFF2-40B4-BE49-F238E27FC236}">
                <a16:creationId xmlns:a16="http://schemas.microsoft.com/office/drawing/2014/main" id="{2F11C0B3-DF2E-ED98-5702-D97409330318}"/>
              </a:ext>
            </a:extLst>
          </p:cNvPr>
          <p:cNvSpPr/>
          <p:nvPr/>
        </p:nvSpPr>
        <p:spPr>
          <a:xfrm>
            <a:off x="6239250" y="4399548"/>
            <a:ext cx="5824800" cy="32122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Title</a:t>
            </a:r>
            <a:endParaRPr lang="nl-NL" dirty="0"/>
          </a:p>
        </p:txBody>
      </p:sp>
      <p:sp>
        <p:nvSpPr>
          <p:cNvPr id="14" name="Rettangolo 13">
            <a:extLst>
              <a:ext uri="{FF2B5EF4-FFF2-40B4-BE49-F238E27FC236}">
                <a16:creationId xmlns:a16="http://schemas.microsoft.com/office/drawing/2014/main" id="{80292822-0D73-DC58-987F-2E34CC4A0644}"/>
              </a:ext>
            </a:extLst>
          </p:cNvPr>
          <p:cNvSpPr/>
          <p:nvPr/>
        </p:nvSpPr>
        <p:spPr>
          <a:xfrm>
            <a:off x="6239250" y="4757593"/>
            <a:ext cx="5824800" cy="15476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200" dirty="0" err="1"/>
              <a:t>Presenter</a:t>
            </a:r>
            <a:r>
              <a:rPr lang="it-IT" sz="1200" dirty="0"/>
              <a:t>, Date, Room</a:t>
            </a:r>
            <a:endParaRPr lang="nl-NL" sz="1200" dirty="0"/>
          </a:p>
        </p:txBody>
      </p:sp>
      <p:sp>
        <p:nvSpPr>
          <p:cNvPr id="15" name="Rettangolo 14">
            <a:extLst>
              <a:ext uri="{FF2B5EF4-FFF2-40B4-BE49-F238E27FC236}">
                <a16:creationId xmlns:a16="http://schemas.microsoft.com/office/drawing/2014/main" id="{21A1B707-8F60-7075-6047-19F2556C0885}"/>
              </a:ext>
            </a:extLst>
          </p:cNvPr>
          <p:cNvSpPr/>
          <p:nvPr/>
        </p:nvSpPr>
        <p:spPr>
          <a:xfrm>
            <a:off x="6239250" y="4949181"/>
            <a:ext cx="5824800" cy="1146819"/>
          </a:xfrm>
          <a:prstGeom prst="rect">
            <a:avLst/>
          </a:prstGeom>
          <a:gradFill>
            <a:gsLst>
              <a:gs pos="0">
                <a:schemeClr val="bg1"/>
              </a:gs>
              <a:gs pos="53000">
                <a:srgbClr val="4472C4"/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Abstract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109322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62596F-F9CA-ED4F-8B6D-7B8A22F92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sellaDiTesto 6">
            <a:extLst>
              <a:ext uri="{FF2B5EF4-FFF2-40B4-BE49-F238E27FC236}">
                <a16:creationId xmlns:a16="http://schemas.microsoft.com/office/drawing/2014/main" id="{EEAB4C77-9780-F4B3-35D2-2CE01D1BE9BC}"/>
              </a:ext>
            </a:extLst>
          </p:cNvPr>
          <p:cNvSpPr txBox="1"/>
          <p:nvPr/>
        </p:nvSpPr>
        <p:spPr>
          <a:xfrm>
            <a:off x="4880610" y="287856"/>
            <a:ext cx="24307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nl-NL" dirty="0"/>
              <a:t>2024_WIP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76A34A7A-6865-E6D1-B2B1-E4DEF04215F7}"/>
              </a:ext>
            </a:extLst>
          </p:cNvPr>
          <p:cNvSpPr txBox="1"/>
          <p:nvPr/>
        </p:nvSpPr>
        <p:spPr>
          <a:xfrm>
            <a:off x="3183600" y="4372011"/>
            <a:ext cx="5824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/>
              <a:t>AAA</a:t>
            </a:r>
            <a:endParaRPr lang="nl-NL" sz="1200" b="1" dirty="0"/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F2E2FF79-459A-6D78-CE44-A138B27BA6AD}"/>
              </a:ext>
            </a:extLst>
          </p:cNvPr>
          <p:cNvSpPr txBox="1"/>
          <p:nvPr/>
        </p:nvSpPr>
        <p:spPr>
          <a:xfrm>
            <a:off x="3183600" y="4835899"/>
            <a:ext cx="582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900" dirty="0" err="1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aaa</a:t>
            </a:r>
            <a:endParaRPr lang="en-US" sz="9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algn="just"/>
            <a:endParaRPr lang="en-US" sz="9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  <p:grpSp>
        <p:nvGrpSpPr>
          <p:cNvPr id="10" name="Gruppo 9">
            <a:extLst>
              <a:ext uri="{FF2B5EF4-FFF2-40B4-BE49-F238E27FC236}">
                <a16:creationId xmlns:a16="http://schemas.microsoft.com/office/drawing/2014/main" id="{5FF54B4F-8016-EA58-A9D2-0DAA3820A23D}"/>
              </a:ext>
            </a:extLst>
          </p:cNvPr>
          <p:cNvGrpSpPr/>
          <p:nvPr/>
        </p:nvGrpSpPr>
        <p:grpSpPr>
          <a:xfrm>
            <a:off x="3183600" y="645499"/>
            <a:ext cx="5824800" cy="3602223"/>
            <a:chOff x="116550" y="369678"/>
            <a:chExt cx="5824800" cy="3602223"/>
          </a:xfrm>
        </p:grpSpPr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BC1F086A-A4DE-7F33-E4BA-4529F3F6E94A}"/>
                </a:ext>
              </a:extLst>
            </p:cNvPr>
            <p:cNvSpPr/>
            <p:nvPr/>
          </p:nvSpPr>
          <p:spPr>
            <a:xfrm>
              <a:off x="116550" y="371901"/>
              <a:ext cx="5824800" cy="3600000"/>
            </a:xfrm>
            <a:prstGeom prst="rect">
              <a:avLst/>
            </a:prstGeom>
            <a:gradFill>
              <a:gsLst>
                <a:gs pos="17000">
                  <a:srgbClr val="2C6CDA"/>
                </a:gs>
                <a:gs pos="100000">
                  <a:srgbClr val="D5E3FE"/>
                </a:gs>
              </a:gsLst>
              <a:lin ang="5400000" scaled="0"/>
            </a:gra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 dirty="0"/>
            </a:p>
          </p:txBody>
        </p:sp>
        <p:pic>
          <p:nvPicPr>
            <p:cNvPr id="12" name="Picture 2" descr="170,700+ Work In Progress Stock Photos, Pictures &amp; Royalty-Free Images -  iStock | Work in progress sign, Puzzle missing piece, Construction site">
              <a:extLst>
                <a:ext uri="{FF2B5EF4-FFF2-40B4-BE49-F238E27FC236}">
                  <a16:creationId xmlns:a16="http://schemas.microsoft.com/office/drawing/2014/main" id="{A96081F8-521B-6657-1EA5-56FA084E8A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0199" y="369678"/>
              <a:ext cx="5737500" cy="360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Rettangolo 13">
              <a:extLst>
                <a:ext uri="{FF2B5EF4-FFF2-40B4-BE49-F238E27FC236}">
                  <a16:creationId xmlns:a16="http://schemas.microsoft.com/office/drawing/2014/main" id="{8EA3D079-84FE-3DC1-9C97-01E658B1627E}"/>
                </a:ext>
              </a:extLst>
            </p:cNvPr>
            <p:cNvSpPr/>
            <p:nvPr/>
          </p:nvSpPr>
          <p:spPr>
            <a:xfrm rot="21027097">
              <a:off x="1715637" y="1209219"/>
              <a:ext cx="1918501" cy="580258"/>
            </a:xfrm>
            <a:prstGeom prst="rect">
              <a:avLst/>
            </a:prstGeom>
            <a:solidFill>
              <a:srgbClr val="F7BA00">
                <a:alpha val="85000"/>
              </a:srgbClr>
            </a:solidFill>
            <a:ln w="3175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it-IT" sz="3200" dirty="0">
                  <a:solidFill>
                    <a:schemeClr val="tx1"/>
                  </a:solidFill>
                </a:rPr>
                <a:t>Picture</a:t>
              </a:r>
              <a:endParaRPr lang="nl-NL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8792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A4B43D83-03A1-8289-E760-4AF948E0C4F9}"/>
              </a:ext>
            </a:extLst>
          </p:cNvPr>
          <p:cNvSpPr/>
          <p:nvPr/>
        </p:nvSpPr>
        <p:spPr>
          <a:xfrm>
            <a:off x="3183600" y="1629000"/>
            <a:ext cx="5824800" cy="3600000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7759449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4">
            <a:extLst>
              <a:ext uri="{FF2B5EF4-FFF2-40B4-BE49-F238E27FC236}">
                <a16:creationId xmlns:a16="http://schemas.microsoft.com/office/drawing/2014/main" id="{5741C552-41D7-A8B1-02B4-6A6741FA6464}"/>
              </a:ext>
            </a:extLst>
          </p:cNvPr>
          <p:cNvSpPr/>
          <p:nvPr/>
        </p:nvSpPr>
        <p:spPr>
          <a:xfrm>
            <a:off x="3265488" y="2654611"/>
            <a:ext cx="5588000" cy="358151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400" b="1" dirty="0"/>
              <a:t>M&amp;TT Colloquia: PhD </a:t>
            </a:r>
            <a:r>
              <a:rPr lang="it-IT" sz="1400" b="1" dirty="0" err="1"/>
              <a:t>presentations</a:t>
            </a:r>
            <a:endParaRPr lang="nl-NL" b="1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66B83946-C27F-B19E-B763-1B474C36BCB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620"/>
          <a:stretch/>
        </p:blipFill>
        <p:spPr>
          <a:xfrm>
            <a:off x="3264230" y="3845237"/>
            <a:ext cx="5590517" cy="358151"/>
          </a:xfrm>
          <a:prstGeom prst="rect">
            <a:avLst/>
          </a:prstGeom>
        </p:spPr>
      </p:pic>
      <p:sp>
        <p:nvSpPr>
          <p:cNvPr id="8" name="Rettangolo 7">
            <a:extLst>
              <a:ext uri="{FF2B5EF4-FFF2-40B4-BE49-F238E27FC236}">
                <a16:creationId xmlns:a16="http://schemas.microsoft.com/office/drawing/2014/main" id="{A789DE11-323D-739A-54DA-59C9E076D341}"/>
              </a:ext>
            </a:extLst>
          </p:cNvPr>
          <p:cNvSpPr/>
          <p:nvPr/>
        </p:nvSpPr>
        <p:spPr>
          <a:xfrm>
            <a:off x="3265488" y="3384373"/>
            <a:ext cx="5588000" cy="89254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b="1" dirty="0"/>
          </a:p>
        </p:txBody>
      </p:sp>
    </p:spTree>
    <p:extLst>
      <p:ext uri="{BB962C8B-B14F-4D97-AF65-F5344CB8AC3E}">
        <p14:creationId xmlns:p14="http://schemas.microsoft.com/office/powerpoint/2010/main" val="71550531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1081</TotalTime>
  <Words>25</Words>
  <Application>Microsoft Office PowerPoint</Application>
  <PresentationFormat>Widescreen</PresentationFormat>
  <Paragraphs>9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TU Delft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Andrea Caspani</dc:creator>
  <cp:lastModifiedBy>Andrea Caspani</cp:lastModifiedBy>
  <cp:revision>16</cp:revision>
  <dcterms:created xsi:type="dcterms:W3CDTF">2024-03-06T15:49:05Z</dcterms:created>
  <dcterms:modified xsi:type="dcterms:W3CDTF">2026-05-04T15:30:13Z</dcterms:modified>
</cp:coreProperties>
</file>