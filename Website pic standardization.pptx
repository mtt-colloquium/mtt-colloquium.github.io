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D6"/>
    <a:srgbClr val="B3B5C4"/>
    <a:srgbClr val="40433F"/>
    <a:srgbClr val="898D90"/>
    <a:srgbClr val="ADAAB1"/>
    <a:srgbClr val="4C4A4B"/>
    <a:srgbClr val="FFFFFF"/>
    <a:srgbClr val="D0E9EE"/>
    <a:srgbClr val="1D8DD9"/>
    <a:srgbClr val="F7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89674-3667-4C05-8271-F9F74B4BE6DC}" v="120" dt="2026-04-29T09:19:51.1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138" y="27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4-29T09:19:50.720" v="332" actId="1076"/>
      <pc:docMkLst>
        <pc:docMk/>
      </pc:docMkLst>
      <pc:sldChg chg="addSp delSp modSp mod">
        <pc:chgData name="Andrea Caspani" userId="7345b5ed-8b71-432a-9bb0-dc2ce0ac91b1" providerId="ADAL" clId="{B76F09E3-2273-4519-9469-188BBF2C42C4}" dt="2026-04-29T09:19:50.720" v="332" actId="1076"/>
        <pc:sldMkLst>
          <pc:docMk/>
          <pc:sldMk cId="3775944948" sldId="258"/>
        </pc:sldMkLst>
        <pc:spChg chg="add del mod ord topLvl">
          <ac:chgData name="Andrea Caspani" userId="7345b5ed-8b71-432a-9bb0-dc2ce0ac91b1" providerId="ADAL" clId="{B76F09E3-2273-4519-9469-188BBF2C42C4}" dt="2026-04-29T09:19:49.709" v="328" actId="207"/>
          <ac:spMkLst>
            <pc:docMk/>
            <pc:sldMk cId="3775944948" sldId="258"/>
            <ac:spMk id="4" creationId="{A4B43D83-03A1-8289-E760-4AF948E0C4F9}"/>
          </ac:spMkLst>
        </pc:spChg>
        <pc:grpChg chg="add mod">
          <ac:chgData name="Andrea Caspani" userId="7345b5ed-8b71-432a-9bb0-dc2ce0ac91b1" providerId="ADAL" clId="{B76F09E3-2273-4519-9469-188BBF2C42C4}" dt="2026-04-29T09:11:07.028" v="304" actId="164"/>
          <ac:grpSpMkLst>
            <pc:docMk/>
            <pc:sldMk cId="3775944948" sldId="258"/>
            <ac:grpSpMk id="5" creationId="{14252037-6AA0-A811-2F45-1CC3B8D51492}"/>
          </ac:grpSpMkLst>
        </pc:grpChg>
        <pc:grpChg chg="add mod">
          <ac:chgData name="Andrea Caspani" userId="7345b5ed-8b71-432a-9bb0-dc2ce0ac91b1" providerId="ADAL" clId="{B76F09E3-2273-4519-9469-188BBF2C42C4}" dt="2026-04-29T09:19:49.547" v="327" actId="164"/>
          <ac:grpSpMkLst>
            <pc:docMk/>
            <pc:sldMk cId="3775944948" sldId="258"/>
            <ac:grpSpMk id="6" creationId="{9478571E-3565-F1C8-4CDF-FA3DF06EBA67}"/>
          </ac:grpSpMkLst>
        </pc:grpChg>
        <pc:picChg chg="add del mod modCrop">
          <ac:chgData name="Andrea Caspani" userId="7345b5ed-8b71-432a-9bb0-dc2ce0ac91b1" providerId="ADAL" clId="{B76F09E3-2273-4519-9469-188BBF2C42C4}" dt="2026-04-29T09:11:09.867" v="313" actId="931"/>
          <ac:picMkLst>
            <pc:docMk/>
            <pc:sldMk cId="3775944948" sldId="258"/>
            <ac:picMk id="3" creationId="{19A805EF-AC68-FD96-5A93-854BD203FDA6}"/>
          </ac:picMkLst>
        </pc:picChg>
        <pc:picChg chg="add mod">
          <ac:chgData name="Andrea Caspani" userId="7345b5ed-8b71-432a-9bb0-dc2ce0ac91b1" providerId="ADAL" clId="{B76F09E3-2273-4519-9469-188BBF2C42C4}" dt="2026-04-29T09:19:50.720" v="332" actId="1076"/>
          <ac:picMkLst>
            <pc:docMk/>
            <pc:sldMk cId="3775944948" sldId="258"/>
            <ac:picMk id="1026" creationId="{405A4115-6A01-4342-F5B5-4699F6EA857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29-4-2026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2026-04-29T09:19:52Z</dcterms:modified>
</cp:coreProperties>
</file>